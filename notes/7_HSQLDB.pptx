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97" r:id="rId7"/>
    <p:sldId id="261" r:id="rId8"/>
    <p:sldId id="262" r:id="rId9"/>
    <p:sldId id="263" r:id="rId10"/>
    <p:sldId id="264" r:id="rId11"/>
    <p:sldId id="265" r:id="rId12"/>
    <p:sldId id="298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185" autoAdjust="0"/>
    <p:restoredTop sz="94660"/>
  </p:normalViewPr>
  <p:slideViewPr>
    <p:cSldViewPr snapToGrid="0">
      <p:cViewPr varScale="1">
        <p:scale>
          <a:sx n="41" d="100"/>
          <a:sy n="41" d="100"/>
        </p:scale>
        <p:origin x="66" y="6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11678-2D86-4DAE-847A-55B8AAA65B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41B2CF-975D-4351-9694-6F1AFAA445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6B876B-2BBD-4769-833E-D503374BB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572E-433B-4C3C-9216-427A579344CD}" type="datetimeFigureOut">
              <a:rPr lang="en-IE" smtClean="0"/>
              <a:t>03/11/2020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502A31-A755-4B89-9E8A-DC2074EA4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F5046-4908-4092-97DA-BB710C059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6887-6153-4429-AEB1-AABFEB6BB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65717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299EF-45DF-43CB-B92F-7BBD6ACAA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6D277-84F6-428A-B396-8687052ECA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13A558-0664-448D-BA15-FCA859ADC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572E-433B-4C3C-9216-427A579344CD}" type="datetimeFigureOut">
              <a:rPr lang="en-IE" smtClean="0"/>
              <a:t>03/11/2020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B2868-56D3-4FDB-8897-19830FC28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4A271-070A-4321-9A04-B951AC632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6887-6153-4429-AEB1-AABFEB6BB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27390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2AB5C-EBFD-4E56-8963-D648BF2B1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6890B5-7649-4B23-828C-C28C84C7FA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175F4E-409A-4954-899A-0C545322D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572E-433B-4C3C-9216-427A579344CD}" type="datetimeFigureOut">
              <a:rPr lang="en-IE" smtClean="0"/>
              <a:t>03/11/2020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4AC6F-9ECE-48D8-8ABD-54D5DB0B6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46D47-CB26-4D81-897F-F840B153F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6887-6153-4429-AEB1-AABFEB6BB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67895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116C9-C584-4BDD-88DF-DDC3FCE43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0686E-1BD6-4FC9-BE5C-94C3CC27C7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F83F51-9A68-42D5-B79F-2CEB32173A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ABC281-9E06-4C6B-A2D5-2267188F6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572E-433B-4C3C-9216-427A579344CD}" type="datetimeFigureOut">
              <a:rPr lang="en-IE" smtClean="0"/>
              <a:t>03/11/2020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6E3BFB-7E00-48D5-849C-CDB782A7A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07D561-473C-4AC5-928F-29F225D09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6887-6153-4429-AEB1-AABFEB6BB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5431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7055D-0FF3-4678-B9AE-A46C620B4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F3C1A-4C0E-4EB8-96B8-8A8F0F77AB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404207-17C4-459A-A3C8-007ED70402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BD13C8-58F1-44FB-BDFB-65977225F0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8CD19A-A846-4C99-8BD3-8911AD2676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5A3DFA-FCA8-403E-8164-3A9F52608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572E-433B-4C3C-9216-427A579344CD}" type="datetimeFigureOut">
              <a:rPr lang="en-IE" smtClean="0"/>
              <a:t>03/11/2020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CCD9E3-A548-464D-8063-249E902FC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A65957-7643-4F72-A1FC-14E62C720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6887-6153-4429-AEB1-AABFEB6BB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88466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F6596-C70F-4B23-8192-74234FE2F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CA9698-A2D2-4EA9-BEE3-21DEEB677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572E-433B-4C3C-9216-427A579344CD}" type="datetimeFigureOut">
              <a:rPr lang="en-IE" smtClean="0"/>
              <a:t>03/11/2020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97ACFD-DA4F-408B-A623-5B451F272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5B1EEC-3EB0-4701-AFE6-AD468C956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6887-6153-4429-AEB1-AABFEB6BB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94446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A6EEC7-E653-4288-B1A7-C2CAFFA81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572E-433B-4C3C-9216-427A579344CD}" type="datetimeFigureOut">
              <a:rPr lang="en-IE" smtClean="0"/>
              <a:t>03/11/2020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86EFED-B925-4903-9BA0-526E6D603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865E58-B2CE-41DD-861C-2220E228D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6887-6153-4429-AEB1-AABFEB6BB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90836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7061E-BE60-4B35-9006-7C13398F5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17D56-040E-47CA-8F46-0A16F7E11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8EEDAA-7971-4D0F-88CF-DDAC099798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1E7E2D-9D6C-4977-87F1-0C7B116FD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572E-433B-4C3C-9216-427A579344CD}" type="datetimeFigureOut">
              <a:rPr lang="en-IE" smtClean="0"/>
              <a:t>03/11/2020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F64070-92C5-41D2-92E1-A90384A1C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DA36A9-8D9C-497E-8E13-272C4BF50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6887-6153-4429-AEB1-AABFEB6BB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71376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82A43-46DA-492B-9F3B-CCCC16B3D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9E27B6-2EDE-45AA-9C71-EE637E536E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9A5422-60E5-4EB9-BA9B-749EAB1ED4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837829-CFAD-444D-9F28-09A1BC8A9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572E-433B-4C3C-9216-427A579344CD}" type="datetimeFigureOut">
              <a:rPr lang="en-IE" smtClean="0"/>
              <a:t>03/11/2020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A95C8D-44E8-45E0-92B0-CD0D7D53E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1551FF-4C4C-433A-B1F1-B286ADB08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6887-6153-4429-AEB1-AABFEB6BB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17748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6684D-CEF2-4F8F-AB87-8998E84FF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8EDC20-95A1-40ED-A4C8-8014779707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B4F649-EEF3-4D9F-9ADA-DAB0EEEC6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572E-433B-4C3C-9216-427A579344CD}" type="datetimeFigureOut">
              <a:rPr lang="en-IE" smtClean="0"/>
              <a:t>03/11/2020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373AD7-B3D6-47F2-86A2-40B9BF3B5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0D4E4-3868-40AF-A75B-C12657A83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6887-6153-4429-AEB1-AABFEB6BB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88095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5D7399-0E97-4804-9311-75631F1876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DE05F4-E523-4848-AAB8-4341BEAEEF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0F6C01-7D91-432F-B037-5422A2F56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572E-433B-4C3C-9216-427A579344CD}" type="datetimeFigureOut">
              <a:rPr lang="en-IE" smtClean="0"/>
              <a:t>03/11/2020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4A7E6F-89F0-42FA-AACC-D211E5F35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92E5C9-5637-46EA-9E55-1C3C132B9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6887-6153-4429-AEB1-AABFEB6BB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71243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B2E40E-CD1F-4D6A-A5C0-6AB99C161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DA7F4A-CFF7-4801-B83C-7281DFA096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C708A6-8026-43C5-A6DF-205DA74315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85572E-433B-4C3C-9216-427A579344CD}" type="datetimeFigureOut">
              <a:rPr lang="en-IE" smtClean="0"/>
              <a:t>03/11/2020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F329E-D46A-4C6D-8C77-B38E864120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745A8-7D25-4353-B61B-79E8C939FA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FE6887-6153-4429-AEB1-AABFEB6BB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17515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7D82C-2767-4733-92AF-759DBF7BA3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Server-side Web Development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CE9A08-CC23-4E26-9F82-CC9B76F72C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E" dirty="0"/>
              <a:t>HSQLDB</a:t>
            </a:r>
          </a:p>
        </p:txBody>
      </p:sp>
    </p:spTree>
    <p:extLst>
      <p:ext uri="{BB962C8B-B14F-4D97-AF65-F5344CB8AC3E}">
        <p14:creationId xmlns:p14="http://schemas.microsoft.com/office/powerpoint/2010/main" val="2563265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745BB-CA23-431C-8333-A6B3D3FF1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HSQLDB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6526B-A16B-4DB4-A1A1-04E10D886E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3871791"/>
          </a:xfrm>
        </p:spPr>
        <p:txBody>
          <a:bodyPr>
            <a:normAutofit/>
          </a:bodyPr>
          <a:lstStyle/>
          <a:p>
            <a:r>
              <a:rPr lang="en-IE" dirty="0"/>
              <a:t>An opensource SQL database implemented in Java.</a:t>
            </a:r>
          </a:p>
          <a:p>
            <a:r>
              <a:rPr lang="en-IE" dirty="0"/>
              <a:t>Runs in 3 modes</a:t>
            </a:r>
          </a:p>
          <a:p>
            <a:pPr lvl="1"/>
            <a:r>
              <a:rPr lang="en-IE" dirty="0"/>
              <a:t>In memory</a:t>
            </a:r>
          </a:p>
          <a:p>
            <a:pPr lvl="1"/>
            <a:r>
              <a:rPr lang="en-IE" dirty="0"/>
              <a:t>File based</a:t>
            </a:r>
          </a:p>
          <a:p>
            <a:pPr lvl="1"/>
            <a:r>
              <a:rPr lang="en-IE" dirty="0"/>
              <a:t>Server-based.</a:t>
            </a:r>
          </a:p>
          <a:p>
            <a:r>
              <a:rPr lang="en-IE" dirty="0"/>
              <a:t>We are interested in Server-based, which can handle a number of connections at the same time.</a:t>
            </a:r>
          </a:p>
        </p:txBody>
      </p:sp>
    </p:spTree>
    <p:extLst>
      <p:ext uri="{BB962C8B-B14F-4D97-AF65-F5344CB8AC3E}">
        <p14:creationId xmlns:p14="http://schemas.microsoft.com/office/powerpoint/2010/main" val="3192670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B0CB4-0B7C-4480-B40F-B5983878D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Why HSQLDB?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66D1C-B02D-4948-9AF1-353DB5092A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Implemented in Java.</a:t>
            </a:r>
          </a:p>
          <a:p>
            <a:r>
              <a:rPr lang="en-IE" dirty="0"/>
              <a:t>We can store in our Eclipse Project:</a:t>
            </a:r>
          </a:p>
          <a:p>
            <a:r>
              <a:rPr lang="en-IE" dirty="0"/>
              <a:t>The Database software (jar file)</a:t>
            </a:r>
          </a:p>
          <a:p>
            <a:r>
              <a:rPr lang="en-IE" dirty="0"/>
              <a:t>The database itself (data)</a:t>
            </a:r>
          </a:p>
          <a:p>
            <a:r>
              <a:rPr lang="en-IE" dirty="0"/>
              <a:t>Everything is part of the Eclipse project.</a:t>
            </a:r>
          </a:p>
        </p:txBody>
      </p:sp>
    </p:spTree>
    <p:extLst>
      <p:ext uri="{BB962C8B-B14F-4D97-AF65-F5344CB8AC3E}">
        <p14:creationId xmlns:p14="http://schemas.microsoft.com/office/powerpoint/2010/main" val="4233809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81EF5-7717-4128-98AB-1E8211613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Configuring the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27B12-E37B-4AD1-B0D9-0A6D4FF4A1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Create a folder called db.</a:t>
            </a:r>
          </a:p>
          <a:p>
            <a:r>
              <a:rPr lang="en-IE" dirty="0"/>
              <a:t>Put the file manageDB.xml into that folder.</a:t>
            </a:r>
          </a:p>
          <a:p>
            <a:r>
              <a:rPr lang="en-IE" dirty="0"/>
              <a:t>This is an </a:t>
            </a:r>
            <a:r>
              <a:rPr lang="en-IE" b="1" dirty="0"/>
              <a:t>Ant script </a:t>
            </a:r>
            <a:r>
              <a:rPr lang="en-IE" dirty="0"/>
              <a:t>that we will use to start the database.</a:t>
            </a:r>
          </a:p>
          <a:p>
            <a:r>
              <a:rPr lang="en-IE" dirty="0"/>
              <a:t>The database will be called </a:t>
            </a:r>
            <a:r>
              <a:rPr lang="en-IE" dirty="0" err="1"/>
              <a:t>oneDB</a:t>
            </a:r>
            <a:r>
              <a:rPr lang="en-IE" dirty="0"/>
              <a:t> and exist as 4 files in the </a:t>
            </a:r>
            <a:r>
              <a:rPr lang="en-IE" dirty="0" err="1"/>
              <a:t>db</a:t>
            </a:r>
            <a:r>
              <a:rPr lang="en-IE" dirty="0"/>
              <a:t> folder.</a:t>
            </a:r>
          </a:p>
          <a:p>
            <a:r>
              <a:rPr lang="en-IE" dirty="0"/>
              <a:t>Put the jar file hsqldb.jar into the lib folder.</a:t>
            </a:r>
          </a:p>
        </p:txBody>
      </p:sp>
    </p:spTree>
    <p:extLst>
      <p:ext uri="{BB962C8B-B14F-4D97-AF65-F5344CB8AC3E}">
        <p14:creationId xmlns:p14="http://schemas.microsoft.com/office/powerpoint/2010/main" val="1054239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C5AFD-C662-4E21-9B7B-FCE01FE39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ManageDB.xml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1D07AE7-02E2-4EEE-B0F9-0B02C66F5F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55154"/>
            <a:ext cx="7307581" cy="5302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452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57C84-F8A7-45AA-8420-51F59D7B3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ManageDB.xml - properties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90903E1-D83A-45BF-9A15-0F40014226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9891" y="1690688"/>
            <a:ext cx="8863031" cy="383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946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C2AC6-D8C9-4EDE-AACB-DD62A1E00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ManageDB.xml – run server target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03E0D43-9379-48AF-AE9F-E8ECDB7FC5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2645" y="1508777"/>
            <a:ext cx="8909539" cy="4575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300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2A049-1015-41B5-840B-4F9C7C812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ManageDB.xml – start Swing client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1BBE021-0B5D-4F8A-8E56-D6D0F59718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3502" y="2016369"/>
            <a:ext cx="10206809" cy="3540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455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FE94C-68FA-4ABF-AD86-C2831DB47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Ant View in Eclipse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8CD2BB0-B6F0-4FF0-A741-702F626592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9553" y="1338996"/>
            <a:ext cx="8423031" cy="5239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5814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E3EFE-03A6-4D1D-932F-E5B7C5E68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Database Server and Client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A4954-6162-4C6D-AF0B-CBCF888F96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In order to use the database, it is necessary to start the database server.</a:t>
            </a:r>
          </a:p>
          <a:p>
            <a:r>
              <a:rPr lang="en-IE" dirty="0"/>
              <a:t>This creates a database called </a:t>
            </a:r>
            <a:r>
              <a:rPr lang="en-IE" dirty="0" err="1"/>
              <a:t>oneDB</a:t>
            </a:r>
            <a:r>
              <a:rPr lang="en-IE" dirty="0"/>
              <a:t>, or uses </a:t>
            </a:r>
            <a:r>
              <a:rPr lang="en-IE" dirty="0" err="1"/>
              <a:t>oneDB</a:t>
            </a:r>
            <a:r>
              <a:rPr lang="en-IE" dirty="0"/>
              <a:t> if it already exists.</a:t>
            </a:r>
          </a:p>
          <a:p>
            <a:r>
              <a:rPr lang="en-IE" dirty="0"/>
              <a:t>The database exists as a number of files in the </a:t>
            </a:r>
            <a:r>
              <a:rPr lang="en-IE" dirty="0" err="1"/>
              <a:t>db</a:t>
            </a:r>
            <a:r>
              <a:rPr lang="en-IE" dirty="0"/>
              <a:t> folder such as</a:t>
            </a:r>
          </a:p>
          <a:p>
            <a:pPr lvl="1"/>
            <a:r>
              <a:rPr lang="en-IE" dirty="0" err="1"/>
              <a:t>oneDB.properties</a:t>
            </a:r>
            <a:endParaRPr lang="en-IE" dirty="0"/>
          </a:p>
          <a:p>
            <a:pPr lvl="1"/>
            <a:r>
              <a:rPr lang="en-IE" dirty="0" err="1"/>
              <a:t>oneDB.script</a:t>
            </a:r>
            <a:endParaRPr lang="en-IE" dirty="0"/>
          </a:p>
          <a:p>
            <a:pPr lvl="1"/>
            <a:r>
              <a:rPr lang="en-IE" dirty="0"/>
              <a:t>oneDB.log</a:t>
            </a:r>
          </a:p>
          <a:p>
            <a:pPr lvl="1"/>
            <a:r>
              <a:rPr lang="en-IE" dirty="0" err="1"/>
              <a:t>oneDB.lck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4251896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37AA0-09BF-423C-8C5F-6774E5BF6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HSQLDB Database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86973-5860-4387-B500-2FB2A3B47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To start</a:t>
            </a:r>
          </a:p>
          <a:p>
            <a:pPr lvl="1"/>
            <a:r>
              <a:rPr lang="en-IE" dirty="0" err="1"/>
              <a:t>hsql</a:t>
            </a:r>
            <a:r>
              <a:rPr lang="en-IE" dirty="0"/>
              <a:t>-server -&gt; Right Click -&gt; Run as -&gt; Ant Build</a:t>
            </a:r>
          </a:p>
          <a:p>
            <a:pPr lvl="1"/>
            <a:endParaRPr lang="en-IE" dirty="0"/>
          </a:p>
          <a:p>
            <a:pPr lvl="1"/>
            <a:endParaRPr lang="en-IE" dirty="0"/>
          </a:p>
          <a:p>
            <a:pPr lvl="1"/>
            <a:endParaRPr lang="en-IE" dirty="0"/>
          </a:p>
          <a:p>
            <a:pPr lvl="1"/>
            <a:endParaRPr lang="en-IE" dirty="0"/>
          </a:p>
          <a:p>
            <a:pPr lvl="1"/>
            <a:endParaRPr lang="en-IE" dirty="0"/>
          </a:p>
          <a:p>
            <a:pPr lvl="1"/>
            <a:endParaRPr lang="en-IE" dirty="0"/>
          </a:p>
          <a:p>
            <a:pPr lvl="1"/>
            <a:endParaRPr lang="en-IE" dirty="0"/>
          </a:p>
          <a:p>
            <a:pPr lvl="1"/>
            <a:r>
              <a:rPr lang="en-IE" dirty="0"/>
              <a:t>The database can now be accessed from our Web application as well as from an SQL client.</a:t>
            </a:r>
          </a:p>
          <a:p>
            <a:pPr lvl="1"/>
            <a:endParaRPr lang="en-I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8F382A-8354-4847-B8CA-5348349E46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91924"/>
            <a:ext cx="7743092" cy="2553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7689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37AA0-09BF-423C-8C5F-6774E5BF6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HSQLDB Database Client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86973-5860-4387-B500-2FB2A3B47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To start</a:t>
            </a:r>
          </a:p>
          <a:p>
            <a:pPr lvl="1"/>
            <a:r>
              <a:rPr lang="en-IE" dirty="0" err="1"/>
              <a:t>hsql</a:t>
            </a:r>
            <a:r>
              <a:rPr lang="en-IE" dirty="0"/>
              <a:t>-client -&gt; Right Click -&gt; Run as -&gt; Ant Build</a:t>
            </a:r>
          </a:p>
          <a:p>
            <a:pPr lvl="1"/>
            <a:endParaRPr lang="en-IE" dirty="0"/>
          </a:p>
          <a:p>
            <a:pPr lvl="1"/>
            <a:endParaRPr lang="en-IE" dirty="0"/>
          </a:p>
          <a:p>
            <a:pPr lvl="1"/>
            <a:endParaRPr lang="en-IE" dirty="0"/>
          </a:p>
          <a:p>
            <a:pPr lvl="1"/>
            <a:endParaRPr lang="en-IE" dirty="0"/>
          </a:p>
          <a:p>
            <a:pPr lvl="1"/>
            <a:endParaRPr lang="en-IE" dirty="0"/>
          </a:p>
          <a:p>
            <a:pPr lvl="1"/>
            <a:endParaRPr lang="en-IE" dirty="0"/>
          </a:p>
          <a:p>
            <a:pPr lvl="1"/>
            <a:endParaRPr lang="en-IE" dirty="0"/>
          </a:p>
          <a:p>
            <a:pPr lvl="1"/>
            <a:r>
              <a:rPr lang="en-IE" dirty="0"/>
              <a:t>Once the Swing GUI Client opens we need to enter correct settings</a:t>
            </a:r>
          </a:p>
          <a:p>
            <a:pPr lvl="1"/>
            <a:endParaRPr lang="en-I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7CAB2E-E130-44DD-930C-AC86B77F3C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2762250"/>
            <a:ext cx="9313985" cy="2328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1538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8A0C2-3352-4757-8890-E68DFE3B1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HSQLDB Database Client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E4B5FB-5F70-4F43-B2FB-8005ABC78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Type (3rd option)</a:t>
            </a:r>
          </a:p>
          <a:p>
            <a:r>
              <a:rPr lang="en-IE" dirty="0"/>
              <a:t>HSQLDB Database Engine Server</a:t>
            </a:r>
          </a:p>
          <a:p>
            <a:r>
              <a:rPr lang="en-IE" dirty="0"/>
              <a:t>URL</a:t>
            </a:r>
          </a:p>
          <a:p>
            <a:pPr lvl="1"/>
            <a:r>
              <a:rPr lang="en-IE" dirty="0" err="1"/>
              <a:t>jdbc:hsqldb:hsql</a:t>
            </a:r>
            <a:r>
              <a:rPr lang="en-IE" dirty="0"/>
              <a:t>://localhost/</a:t>
            </a:r>
            <a:r>
              <a:rPr lang="en-IE" b="1" dirty="0" err="1"/>
              <a:t>oneDB</a:t>
            </a:r>
            <a:endParaRPr lang="en-IE" b="1" dirty="0"/>
          </a:p>
          <a:p>
            <a:r>
              <a:rPr lang="en-IE" dirty="0"/>
              <a:t>This is a general purpose SQL client that allows us to see the database structure and submit SQL statements.</a:t>
            </a:r>
          </a:p>
        </p:txBody>
      </p:sp>
    </p:spTree>
    <p:extLst>
      <p:ext uri="{BB962C8B-B14F-4D97-AF65-F5344CB8AC3E}">
        <p14:creationId xmlns:p14="http://schemas.microsoft.com/office/powerpoint/2010/main" val="2702311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EBE4F-AB75-4D56-9CF1-90A5C60F5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HSQLDB Database Client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B6A2D2E-E83F-4D30-A541-8FCFDA990E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5415" y="1375325"/>
            <a:ext cx="7924800" cy="533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7019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8AE5E-8D08-44D0-962A-BABBCD330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HSQLDB – Stopping the Database Server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D2800D-43F4-40BE-B41A-B1051A7D2A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To stop</a:t>
            </a:r>
          </a:p>
          <a:p>
            <a:pPr lvl="1"/>
            <a:r>
              <a:rPr lang="en-IE" dirty="0"/>
              <a:t>Run SHUTDOWN from client.</a:t>
            </a:r>
          </a:p>
          <a:p>
            <a:pPr lvl="1"/>
            <a:endParaRPr lang="en-IE" dirty="0"/>
          </a:p>
          <a:p>
            <a:r>
              <a:rPr lang="en-IE" dirty="0"/>
              <a:t>Note</a:t>
            </a:r>
          </a:p>
          <a:p>
            <a:pPr lvl="1"/>
            <a:r>
              <a:rPr lang="en-IE" dirty="0"/>
              <a:t>If you kill it in console window.</a:t>
            </a:r>
          </a:p>
          <a:p>
            <a:pPr lvl="1"/>
            <a:r>
              <a:rPr lang="en-IE" dirty="0"/>
              <a:t>Need to kill the Java process in Task manager before starting the database server again.</a:t>
            </a:r>
          </a:p>
        </p:txBody>
      </p:sp>
    </p:spTree>
    <p:extLst>
      <p:ext uri="{BB962C8B-B14F-4D97-AF65-F5344CB8AC3E}">
        <p14:creationId xmlns:p14="http://schemas.microsoft.com/office/powerpoint/2010/main" val="15823280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07495-70E6-47DE-8860-CE6200A85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HSQLDB – Database Server 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24127-274B-488E-A0C2-FCE73896C1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If you attempt to run the HSQLDB server twice you will get the error</a:t>
            </a:r>
          </a:p>
          <a:p>
            <a:pPr lvl="1"/>
            <a:r>
              <a:rPr lang="en-IE" dirty="0" err="1"/>
              <a:t>java.net.BindException</a:t>
            </a:r>
            <a:r>
              <a:rPr lang="en-IE" dirty="0"/>
              <a:t>: Address already in use: </a:t>
            </a:r>
            <a:r>
              <a:rPr lang="en-IE" dirty="0" err="1"/>
              <a:t>JVM_Bind</a:t>
            </a:r>
            <a:endParaRPr lang="en-IE" dirty="0"/>
          </a:p>
          <a:p>
            <a:pPr lvl="1"/>
            <a:endParaRPr lang="en-IE" dirty="0"/>
          </a:p>
          <a:p>
            <a:r>
              <a:rPr lang="en-IE" dirty="0"/>
              <a:t>The database server listens on a TCP/IP port for SQL requests (9001)</a:t>
            </a:r>
          </a:p>
          <a:p>
            <a:endParaRPr lang="en-IE" dirty="0"/>
          </a:p>
          <a:p>
            <a:r>
              <a:rPr lang="en-IE" dirty="0"/>
              <a:t>Only one process can listen on this port.</a:t>
            </a:r>
          </a:p>
        </p:txBody>
      </p:sp>
    </p:spTree>
    <p:extLst>
      <p:ext uri="{BB962C8B-B14F-4D97-AF65-F5344CB8AC3E}">
        <p14:creationId xmlns:p14="http://schemas.microsoft.com/office/powerpoint/2010/main" val="8609292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FE646-15EE-4624-938C-08A8AF6B8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HSQLDB – Example Create Table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743223C-8B0A-43B7-97B8-C386F57E0A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2309" y="1723231"/>
            <a:ext cx="4242654" cy="2072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7145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FBAEC-7A00-4136-9973-3D4A60A86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HSQLDB – INSERT Records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F19551B-2937-41D9-A79A-B88BFE0541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22675"/>
            <a:ext cx="8399585" cy="5379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5274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759E7-EF25-469C-BB58-F359F6E38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HSQLDB – SELECT Records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9B569B2-9D3E-40DD-845C-0AD237F6EA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8184" y="1343673"/>
            <a:ext cx="8276493" cy="5379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0365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4E336-07D2-4902-9A2B-CEC932A51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DAO – Get Connection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1DC4D-EC9D-4384-A996-67DA67CAD1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Move connection related logic to separate method.</a:t>
            </a:r>
          </a:p>
          <a:p>
            <a:r>
              <a:rPr lang="en-IE" dirty="0"/>
              <a:t>Easier to update in one place if Database and/or driver details change.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792D7F-9636-4DC9-A350-7F1528691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648" y="3139281"/>
            <a:ext cx="8366614" cy="2879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4113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9B152-3218-494E-AAEB-949C9FA6A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DAO – JDBC </a:t>
            </a:r>
            <a:r>
              <a:rPr lang="en-IE" dirty="0" err="1"/>
              <a:t>PreparedStatement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082C3-F683-4F5D-8FA8-7BB2C5A420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This should always be used in Web applications.</a:t>
            </a:r>
          </a:p>
          <a:p>
            <a:r>
              <a:rPr lang="en-IE" dirty="0"/>
              <a:t>Uses </a:t>
            </a:r>
            <a:r>
              <a:rPr lang="en-IE" b="1" dirty="0"/>
              <a:t>? </a:t>
            </a:r>
            <a:r>
              <a:rPr lang="en-IE" dirty="0"/>
              <a:t>symbol as placeholders for variables</a:t>
            </a:r>
          </a:p>
          <a:p>
            <a:r>
              <a:rPr lang="en-IE" dirty="0"/>
              <a:t>It stops SQL injection attacks, a major form of attack on Web applications.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BFCC7A-14CC-4E5D-944F-8E92EC2D87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109" y="3742592"/>
            <a:ext cx="7247060" cy="3032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575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3597</TotalTime>
  <Words>502</Words>
  <Application>Microsoft Office PowerPoint</Application>
  <PresentationFormat>Widescreen</PresentationFormat>
  <Paragraphs>87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Server-side Web Development</vt:lpstr>
      <vt:lpstr>HSQLDB Overview</vt:lpstr>
      <vt:lpstr>Why HSQLDB? </vt:lpstr>
      <vt:lpstr>Configuring the Database</vt:lpstr>
      <vt:lpstr>ManageDB.xml</vt:lpstr>
      <vt:lpstr>ManageDB.xml - properties</vt:lpstr>
      <vt:lpstr>ManageDB.xml – run server target</vt:lpstr>
      <vt:lpstr>ManageDB.xml – start Swing client</vt:lpstr>
      <vt:lpstr>Ant View in Eclipse</vt:lpstr>
      <vt:lpstr>Database Server and Client</vt:lpstr>
      <vt:lpstr>HSQLDB Database Server</vt:lpstr>
      <vt:lpstr>HSQLDB Database Client</vt:lpstr>
      <vt:lpstr>HSQLDB Database Client</vt:lpstr>
      <vt:lpstr>HSQLDB Database Client</vt:lpstr>
      <vt:lpstr>HSQLDB – Stopping the Database Server</vt:lpstr>
      <vt:lpstr>HSQLDB – Database Server Port</vt:lpstr>
      <vt:lpstr>HSQLDB – Example Create Table</vt:lpstr>
      <vt:lpstr>HSQLDB – INSERT Records</vt:lpstr>
      <vt:lpstr>HSQLDB – SELECT Records</vt:lpstr>
      <vt:lpstr>DAO – Get Connection</vt:lpstr>
      <vt:lpstr>DAO – JDBC PreparedStatement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Apps and Connected Devices</dc:title>
  <dc:creator>CURRAN, MARTINA</dc:creator>
  <cp:lastModifiedBy>techstaff</cp:lastModifiedBy>
  <cp:revision>44</cp:revision>
  <dcterms:created xsi:type="dcterms:W3CDTF">2019-08-12T15:58:15Z</dcterms:created>
  <dcterms:modified xsi:type="dcterms:W3CDTF">2020-11-03T11:35:38Z</dcterms:modified>
</cp:coreProperties>
</file>